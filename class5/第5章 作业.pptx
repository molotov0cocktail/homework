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科学绘图</a:t>
            </a:r>
            <a:br>
              <a:rPr lang="zh-CN" altLang="en-US"/>
            </a:br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4820" y="909320"/>
            <a:ext cx="4893310" cy="40106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pairplot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多变量图是用来展示数据集中多变量间关系的一种图。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pairplot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包含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N*N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个子图，其中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N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为该数据集中的变量数，第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(i,k)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个子图，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i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不等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k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时，该子图展示的是以第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i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特征为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x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与第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j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特征为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y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的散点关系图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(scatter plot)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；当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i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等于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k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时，该子图展示的是该特征的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hist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分布图。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iris（鸢尾属植物）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数据集包含了该植物的四种特征，sepal length（花萼长度），sepal width（花萼宽度），petal length（花瓣长度），petal width，（花瓣宽度），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请大家以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iris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数据为例，用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matplotlib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实现下图的</a:t>
            </a:r>
            <a:r>
              <a:rPr lang="en-US" altLang="zh-CN" sz="1400" b="1" dirty="0">
                <a:latin typeface="Consolas" panose="020B0609020204030204" pitchFamily="49" charset="0"/>
                <a:sym typeface="+mn-ea"/>
              </a:rPr>
              <a:t>pairplot</a:t>
            </a:r>
            <a:r>
              <a:rPr lang="zh-CN" altLang="en-US" sz="1400" b="1" dirty="0">
                <a:latin typeface="Consolas" panose="020B0609020204030204" pitchFamily="49" charset="0"/>
                <a:sym typeface="+mn-ea"/>
              </a:rPr>
              <a:t>效果。</a:t>
            </a:r>
            <a:endParaRPr lang="zh-CN" altLang="en-US" sz="1400" b="1" dirty="0">
              <a:latin typeface="Consolas" panose="020B0609020204030204" pitchFamily="49" charset="0"/>
              <a:sym typeface="+mn-ea"/>
            </a:endParaRPr>
          </a:p>
          <a:p>
            <a:pPr lvl="0"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iris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数据集可以从https://gist.github.com/curran/a08a1080b88344b0c8a7下载，也可以用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sklearn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包和如下命令获得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iris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数据</a:t>
            </a:r>
            <a:endParaRPr lang="zh-CN" altLang="en-US" sz="1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&gt;&gt;&gt;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from sklearn.datasets import load_iris</a:t>
            </a:r>
            <a:endParaRPr lang="zh-CN" altLang="en-US" sz="1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&gt;&gt;&gt;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iris = load_iris()['data']</a:t>
            </a:r>
            <a:endParaRPr lang="zh-CN" altLang="en-US" sz="1400" b="1" dirty="0">
              <a:solidFill>
                <a:srgbClr val="000000"/>
              </a:solidFill>
              <a:latin typeface="Consolas" panose="020B0609020204030204" pitchFamily="49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正常使用主观题需2.0以上版本雨课堂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4843145"/>
            <a:ext cx="3268345" cy="323342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226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" val="ProblemSetting"/>
  <p:tag name="RAINPROBLEMTYPE" val="ShortAnswer"/>
</p:tagLst>
</file>

<file path=ppt/tags/tag11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WPS 演示</Application>
  <PresentationFormat>宽屏</PresentationFormat>
  <Paragraphs>17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Consolas</vt:lpstr>
      <vt:lpstr>Office 主题​​</vt:lpstr>
      <vt:lpstr>第3章 Python语法 课后作业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张群飞</dc:creator>
  <cp:lastModifiedBy>Yongsheng</cp:lastModifiedBy>
  <cp:revision>152</cp:revision>
  <dcterms:created xsi:type="dcterms:W3CDTF">2019-06-19T02:08:00Z</dcterms:created>
  <dcterms:modified xsi:type="dcterms:W3CDTF">2020-11-23T03:32:20Z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