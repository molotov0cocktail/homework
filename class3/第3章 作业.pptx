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005840" algn="l"/>
          <a:tab pos="1005840" algn="l"/>
          <a:tab pos="1005840" algn="l"/>
          <a:tab pos="1005840" algn="l"/>
        </a:tabLst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9.xml"/><Relationship Id="rId16" Type="http://schemas.openxmlformats.org/officeDocument/2006/relationships/image" Target="../media/image1.png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</a:t>
            </a:r>
            <a:r>
              <a:rPr lang="en-US" altLang="zh-CN"/>
              <a:t>Python</a:t>
            </a:r>
            <a:r>
              <a:rPr lang="zh-CN" altLang="en-US"/>
              <a:t>语法</a:t>
            </a:r>
            <a:br>
              <a:rPr lang="zh-CN" altLang="en-US"/>
            </a:br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 anchorCtr="1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</a:rPr>
              <a:t>总分: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893310" cy="75863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一种产生伪随机数序列的方式是：对输入的种子数乘以一个很大的质数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，再加质数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，然后对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600" baseline="30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取余数得到下一个数，一般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N=32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64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。然后重复以上过程得到一系列的随机数序列，如果所得随机数与前面序列中的数重复则停止，此时得到的整个随机数序列越长，这个伪随机数发生器的性能越好（更象随机数）。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　　取质数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1=99991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，质数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2=11527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N=32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，编制一个随机数发生器，输入一个种子数，给出其不重复序列的长度（跟种子数有关）。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正常使用主观题需2.0以上版本雨课堂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6184900" y="8612823"/>
            <a:ext cx="4942840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可为此题添加文本、图片、公式等解析，且需将内容全部放在本区域内。正常使用需3.0以上版本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50158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 -*- coding: utf-8 -*-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'产生随机数'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p1=9991;  p2=11527;  N=20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Max=2**N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x=eval(input('输入噪声种子（正整数）：'))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x0=x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all=[]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 x not in all: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all.append(x)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x=(x*p1+p2)%Max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if (L:=len(all))%10000 ==0: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print(f'已经产生{L//10000}万个不重复的随机数。')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print(f'噪声种子为{x0}时，不重复的噪声序列长度为{len(all)}')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6108700" y="0"/>
            <a:ext cx="5095240" cy="647700"/>
            <a:chOff x="9620" y="0"/>
            <a:chExt cx="8024" cy="1020"/>
          </a:xfrm>
        </p:grpSpPr>
        <p:sp>
          <p:nvSpPr>
            <p:cNvPr id="11" name="RemarkBack"/>
            <p:cNvSpPr/>
            <p:nvPr>
              <p:custDataLst>
                <p:tags r:id="rId12"/>
              </p:custDataLst>
            </p:nvPr>
          </p:nvSpPr>
          <p:spPr>
            <a:xfrm>
              <a:off x="9620" y="20"/>
              <a:ext cx="8024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RemarkBlock"/>
            <p:cNvSpPr/>
            <p:nvPr>
              <p:custDataLst>
                <p:tags r:id="rId13"/>
              </p:custDataLst>
            </p:nvPr>
          </p:nvSpPr>
          <p:spPr>
            <a:xfrm>
              <a:off x="96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RemarkTitleText"/>
            <p:cNvSpPr txBox="1"/>
            <p:nvPr>
              <p:custDataLst>
                <p:tags r:id="rId14"/>
              </p:custDataLst>
            </p:nvPr>
          </p:nvSpPr>
          <p:spPr>
            <a:xfrm>
              <a:off x="100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 descr="tmp226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APER" val="PaperScore"/>
</p:tagLst>
</file>

<file path=ppt/tags/tag3.xml><?xml version="1.0" encoding="utf-8"?>
<p:tagLst xmlns:p="http://schemas.openxmlformats.org/presentationml/2006/main">
  <p:tag name="RAINPAPER" val="PaperTitle"/>
</p:tagLst>
</file>

<file path=ppt/tags/tag4.xml><?xml version="1.0" encoding="utf-8"?>
<p:tagLst xmlns:p="http://schemas.openxmlformats.org/presentationml/2006/main">
  <p:tag name="RAINPROBLEM" val="ProblemRemarkBoard"/>
</p:tagLst>
</file>

<file path=ppt/tags/tag5.xml><?xml version="1.0" encoding="utf-8"?>
<p:tagLst xmlns:p="http://schemas.openxmlformats.org/presentationml/2006/main">
  <p:tag name="RAINPROBLEM" val="ProblemBody"/>
</p:tagLst>
</file>

<file path=ppt/tags/tag6.xml><?xml version="1.0" encoding="utf-8"?>
<p:tagLst xmlns:p="http://schemas.openxmlformats.org/presentationml/2006/main">
  <p:tag name="PRODUCTVERSIONTIP" val="PRODUCTVERSIONTIP"/>
</p:tagLst>
</file>

<file path=ppt/tags/tag7.xml><?xml version="1.0" encoding="utf-8"?>
<p:tagLst xmlns:p="http://schemas.openxmlformats.org/presentationml/2006/main">
  <p:tag name="PROBLEMREMARKTITLE" val="ProblemRemarkBoardTip"/>
</p:tagLst>
</file>

<file path=ppt/tags/tag8.xml><?xml version="1.0" encoding="utf-8"?>
<p:tagLst xmlns:p="http://schemas.openxmlformats.org/presentationml/2006/main">
  <p:tag name="RAINPROBLEM" val="ProblemRemark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PROBLEMREMARKTITLE" val="ProblemRemarkBoardTitle"/>
</p:tagLst>
</file>

<file path=ppt/tags/tag15.xml><?xml version="1.0" encoding="utf-8"?>
<p:tagLst xmlns:p="http://schemas.openxmlformats.org/presentationml/2006/main">
  <p:tag name="PROBLEMREMARKTITLE" val="ProblemRemarkBoardTitle"/>
</p:tagLst>
</file>

<file path=ppt/tags/tag16.xml><?xml version="1.0" encoding="utf-8"?>
<p:tagLst xmlns:p="http://schemas.openxmlformats.org/presentationml/2006/main">
  <p:tag name="PROBLEMREMARKTITLE" val="ProblemRemarkBoardTitle"/>
</p:tagLst>
</file>

<file path=ppt/tags/tag17.xml><?xml version="1.0" encoding="utf-8"?>
<p:tagLst xmlns:p="http://schemas.openxmlformats.org/presentationml/2006/main">
  <p:tag name="PROBLEMREMARKTITLE" val="ProblemRemarkBoardTitle"/>
</p:tagLst>
</file>

<file path=ppt/tags/tag18.xml><?xml version="1.0" encoding="utf-8"?>
<p:tagLst xmlns:p="http://schemas.openxmlformats.org/presentationml/2006/main">
  <p:tag name="RAINPROBLEM" val="ProblemSetting"/>
  <p:tag name="RAINPROBLEMTYPE" val="ShortAnswer"/>
</p:tagLst>
</file>

<file path=ppt/tags/tag19.xml><?xml version="1.0" encoding="utf-8"?>
<p:tagLst xmlns:p="http://schemas.openxmlformats.org/presentationml/2006/main">
  <p:tag name="RAINPROBLEM" val="ShortAnswer"/>
  <p:tag name="PROBLEMSCORE" val="10.0"/>
  <p:tag name="PROBLEMVOICEALLOWED" val="False"/>
  <p:tag name="PROBLEMHASREMARK" val="True"/>
  <p:tag name="PROBLEMREMARK" val="# -*- coding: utf-8 -*-&#13;'产生随机数'&#13;p1=9991;  p2=11527;  N=20&#13;Max=2**N&#13;x=eval(input('输入噪声种子（正整数）：'))&#13;x0=x&#13;all=[]&#13;while x not in all:&#13; all.append(x)&#13; x=(x*p1+p2)%Max&#13; if (L:=len(all))%10000 ==0:&#13;  print(f'已经产生{L//10000}万个不重复的随机数。')&#13;print(f'噪声种子为{x0}时，不重复的噪声序列长度为{len(all)}')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WPS 演示</Application>
  <PresentationFormat>宽屏</PresentationFormat>
  <Paragraphs>33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第3章 Python语法 课后作业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张群飞</dc:creator>
  <cp:lastModifiedBy>张群飞</cp:lastModifiedBy>
  <cp:revision>152</cp:revision>
  <dcterms:created xsi:type="dcterms:W3CDTF">2019-06-19T02:08:00Z</dcterms:created>
  <dcterms:modified xsi:type="dcterms:W3CDTF">2021-09-08T13:42:41Z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74F7F2098947490CAC6F7EA0E2BD1BA0</vt:lpwstr>
  </property>
</Properties>
</file>