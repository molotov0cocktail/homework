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5715000" cy="9144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18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880"/>
        <p:guide pos="1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3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</p:spPr>
        <p:txBody>
          <a:bodyPr anchor="ctr" anchorCtr="1"/>
          <a:lstStyle>
            <a:lvl1pPr>
              <a:defRPr sz="2600"/>
            </a:lvl1pPr>
          </a:lstStyle>
          <a:p>
            <a:r>
              <a:rPr lang="zh-CN" altLang="en-US" smtClean="0"/>
              <a:t>请填写试卷标题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571500" rtl="0" eaLnBrk="1" fontAlgn="auto" latinLnBrk="0" hangingPunct="1">
        <a:lnSpc>
          <a:spcPct val="100000"/>
        </a:lnSpc>
        <a:spcBef>
          <a:spcPct val="0"/>
        </a:spcBef>
        <a:buNone/>
        <a:defRPr sz="225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8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42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80604020202020204" pitchFamily="34" charset="0"/>
        <a:buChar char="●"/>
        <a:defRPr sz="11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80604020202020204" pitchFamily="34" charset="0"/>
          <a:ea typeface="微软雅黑" panose="020B0503020204020204" pitchFamily="34" charset="-122"/>
          <a:cs typeface="+mn-cs"/>
        </a:defRPr>
      </a:lvl1pPr>
      <a:lvl2pPr marL="42862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80604020202020204" pitchFamily="34" charset="0"/>
        <a:buChar char="●"/>
        <a:tabLst>
          <a:tab pos="1005840" algn="l"/>
          <a:tab pos="1005840" algn="l"/>
          <a:tab pos="1005840" algn="l"/>
          <a:tab pos="1005840" algn="l"/>
        </a:tabLst>
        <a:defRPr sz="1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80604020202020204" pitchFamily="34" charset="0"/>
          <a:ea typeface="微软雅黑" panose="020B0503020204020204" pitchFamily="34" charset="-122"/>
          <a:cs typeface="+mn-cs"/>
        </a:defRPr>
      </a:lvl2pPr>
      <a:lvl3pPr marL="71437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80604020202020204" pitchFamily="34" charset="0"/>
        <a:buChar char="●"/>
        <a:defRPr sz="10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80604020202020204" pitchFamily="34" charset="0"/>
          <a:ea typeface="微软雅黑" panose="020B0503020204020204" pitchFamily="34" charset="-122"/>
          <a:cs typeface="+mn-cs"/>
        </a:defRPr>
      </a:lvl3pPr>
      <a:lvl4pPr marL="100012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8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80604020202020204" pitchFamily="34" charset="0"/>
          <a:ea typeface="微软雅黑" panose="020B0503020204020204" pitchFamily="34" charset="-122"/>
          <a:cs typeface="+mn-cs"/>
        </a:defRPr>
      </a:lvl4pPr>
      <a:lvl5pPr marL="1285875" indent="-142875" algn="l" defTabSz="5715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80604020202020204" pitchFamily="34" charset="0"/>
        <a:buChar char="•"/>
        <a:defRPr sz="8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80604020202020204" pitchFamily="34" charset="0"/>
          <a:ea typeface="微软雅黑" panose="020B0503020204020204" pitchFamily="34" charset="-122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8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8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8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8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2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章面向对象编程</a:t>
            </a:r>
            <a:br>
              <a:rPr lang="zh-CN" altLang="en-US"/>
            </a:br>
            <a:r>
              <a:rPr lang="zh-CN" altLang="en-US"/>
              <a:t>作业</a:t>
            </a:r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 anchorCtr="1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</a:rPr>
              <a:t>总分: 10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 anchor="ctr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  <a:endParaRPr lang="zh-CN" altLang="en-US" sz="200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>
            <a:noAutofit/>
          </a:bodyPr>
          <a:p>
            <a:pPr lvl="0" algn="l">
              <a:buNone/>
            </a:pPr>
            <a:r>
              <a:rPr lang="zh-CN" altLang="en-US" sz="15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正常使用主观题需2.0以上版本雨课堂</a:t>
            </a:r>
            <a:endParaRPr lang="zh-CN" altLang="en-US" sz="15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190500" y="635000"/>
            <a:ext cx="5397500" cy="72859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spcAft>
                <a:spcPts val="0"/>
              </a:spcAft>
              <a:buNone/>
            </a:pPr>
            <a:r>
              <a:rPr 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在课堂上编程举例“尾追法攻击弹道”的基础上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，考虑鱼雷的机动能力，具体要求如下：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）在主程序中增加一个用户输入参数“鱼雷最大转弯角速度”（单位：°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/s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），取值范围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在航行器操控函数manipulate中考虑这个参数，即航行器无法立即转向指定航向，而是受限于上述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最大转弯角速度；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spcAft>
                <a:spcPts val="0"/>
              </a:spcAft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）假设鱼雷航程是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50km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，测试多组目标航向、航速、鱼雷最大转弯角速度的参数，找出一种鱼雷无法命中目标的态势，绘制出其弹道曲线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主观题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10分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3" name="图片 2" descr="tmpE24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RAINPAPER" val="PaperScore"/>
</p:tagLst>
</file>

<file path=ppt/tags/tag3.xml><?xml version="1.0" encoding="utf-8"?>
<p:tagLst xmlns:p="http://schemas.openxmlformats.org/presentationml/2006/main">
  <p:tag name="RAINPAPER" val="PaperTitle"/>
</p:tagLst>
</file>

<file path=ppt/tags/tag4.xml><?xml version="1.0" encoding="utf-8"?>
<p:tagLst xmlns:p="http://schemas.openxmlformats.org/presentationml/2006/main">
  <p:tag name="PRODUCTVERSIONTIP" val="PRODUCTVERSIONTIP"/>
</p:tagLst>
</file>

<file path=ppt/tags/tag5.xml><?xml version="1.0" encoding="utf-8"?>
<p:tagLst xmlns:p="http://schemas.openxmlformats.org/presentationml/2006/main">
  <p:tag name="RAINPROBLEM" val="ProblemBody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p="http://schemas.openxmlformats.org/presentationml/2006/main">
  <p:tag name="RAINPROBLEM" val="ShortAnswer"/>
  <p:tag name="PROBLEMSCORE" val="10.0"/>
  <p:tag name="PROBLEMVOICEALLOWED" val="False"/>
</p:tagLst>
</file>

<file path=ppt/tags/tag13.xml><?xml version="1.0" encoding="utf-8"?>
<p:tagLst xmlns:p="http://schemas.openxmlformats.org/presentationml/2006/main">
  <p:tag name="commondata" val="eyJoZGlkIjoiMWI3NzBiZDZhOWVlMTE1ZDM3ZDYyMGIwNGFkOWQ1Njg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WPS 演示</Application>
  <PresentationFormat>宽屏</PresentationFormat>
  <Paragraphs>16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Times New Roman</vt:lpstr>
      <vt:lpstr>微软雅黑</vt:lpstr>
      <vt:lpstr>黑体</vt:lpstr>
      <vt:lpstr>Wingdings</vt:lpstr>
      <vt:lpstr>仿宋</vt:lpstr>
      <vt:lpstr>Arial Unicode MS</vt:lpstr>
      <vt:lpstr>Calibri</vt:lpstr>
      <vt:lpstr>DejaVu Sans</vt:lpstr>
      <vt:lpstr>Office 主题​​</vt:lpstr>
      <vt:lpstr>第7章面向对象编程 作业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张群飞</dc:creator>
  <cp:lastModifiedBy>张群飞</cp:lastModifiedBy>
  <cp:revision>153</cp:revision>
  <dcterms:created xsi:type="dcterms:W3CDTF">2024-11-18T15:13:36Z</dcterms:created>
  <dcterms:modified xsi:type="dcterms:W3CDTF">2024-11-18T15:13:36Z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2052-12.8.2.18605</vt:lpwstr>
  </property>
  <property fmtid="{D5CDD505-2E9C-101B-9397-08002B2CF9AE}" pid="3" name="ICV">
    <vt:lpwstr/>
  </property>
</Properties>
</file>