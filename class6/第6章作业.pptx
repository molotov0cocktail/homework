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章作业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 anchorCtr="1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</a:rPr>
              <a:t>总分: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正常使用主观题需2.0以上版本雨课堂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397500" cy="72859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版本采用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.ini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文件进行系统参数的配置，它的每一行含一个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“=”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，其左边是配置参数名（键）、右边是配置参数值。一个配置文件（假设为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test.ini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）如下所示，编程把其中含等号的各行的键、值读入，并保存到一个字典数组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Aft>
                <a:spcPts val="0"/>
              </a:spcAft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[languages]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000=Neutral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009=English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804=Chinese (PRC)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404=Chinese (Taiwan)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006=Danish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007=German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008=Greek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00A=Spanish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E24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APER" val="PaperScore"/>
</p:tagLst>
</file>

<file path=ppt/tags/tag3.xml><?xml version="1.0" encoding="utf-8"?>
<p:tagLst xmlns:p="http://schemas.openxmlformats.org/presentationml/2006/main">
  <p:tag name="RAINPAPER" val="PaperTitle"/>
</p:tagLst>
</file>

<file path=ppt/tags/tag4.xml><?xml version="1.0" encoding="utf-8"?>
<p:tagLst xmlns:p="http://schemas.openxmlformats.org/presentationml/2006/main">
  <p:tag name="PRODUCTVERSIONTIP" val="PRODUCTVERSIONTIP"/>
</p:tagLst>
</file>

<file path=ppt/tags/tag5.xml><?xml version="1.0" encoding="utf-8"?>
<p:tagLst xmlns:p="http://schemas.openxmlformats.org/presentationml/2006/main">
  <p:tag name="RAINPROBLEM" val="ProblemBody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WPS 演示</Application>
  <PresentationFormat>宽屏</PresentationFormat>
  <Paragraphs>24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张群飞</dc:creator>
  <cp:lastModifiedBy>张群飞</cp:lastModifiedBy>
  <cp:revision>151</cp:revision>
  <dcterms:created xsi:type="dcterms:W3CDTF">2019-06-19T02:08:00Z</dcterms:created>
  <dcterms:modified xsi:type="dcterms:W3CDTF">2020-11-26T09:18:09Z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